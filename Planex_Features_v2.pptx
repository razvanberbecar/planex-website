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9E6E"/>
              </a:solidFill>
              <a:effectLst/>
            </c:spPr>
          </c:dPt>
          <c:dPt>
            <c:idx val="1"/>
            <c:bubble3D val="0"/>
            <c:spPr>
              <a:solidFill>
                <a:srgbClr val="4A6741"/>
              </a:solidFill>
              <a:effectLst/>
            </c:spPr>
          </c:dPt>
          <c:dPt>
            <c:idx val="2"/>
            <c:bubble3D val="0"/>
            <c:spPr>
              <a:solidFill>
                <a:srgbClr val="5B4A8C"/>
              </a:solidFill>
              <a:effectLst/>
            </c:spPr>
          </c:dPt>
          <c:dPt>
            <c:idx val="3"/>
            <c:bubble3D val="0"/>
            <c:spPr>
              <a:solidFill>
                <a:srgbClr val="2B6CB0"/>
              </a:solidFill>
              <a:effectLst/>
            </c:spPr>
          </c:dPt>
          <c:dPt>
            <c:idx val="4"/>
            <c:bubble3D val="0"/>
            <c:spPr>
              <a:solidFill>
                <a:srgbClr val="744210"/>
              </a:solidFill>
              <a:effectLst/>
            </c:spPr>
          </c:dPt>
          <c:dPt>
            <c:idx val="5"/>
            <c:bubble3D val="0"/>
            <c:spPr>
              <a:solidFill>
                <a:srgbClr val="1A6B8B"/>
              </a:solidFill>
              <a:effectLst/>
            </c:spPr>
          </c:dPt>
          <c:dPt>
            <c:idx val="6"/>
            <c:bubble3D val="0"/>
            <c:spPr>
              <a:solidFill>
                <a:srgbClr val="B7550A"/>
              </a:solidFill>
              <a:effectLst/>
            </c:spPr>
          </c:dPt>
          <c:dPt>
            <c:idx val="7"/>
            <c:bubble3D val="0"/>
            <c:spPr>
              <a:solidFill>
                <a:srgbClr val="6B46C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firstSliceAng val="0"/>
      </c:pieChart>
      <c:spPr>
        <a:solidFill>
          <a:srgbClr val="2D3748"/>
        </a:solidFill>
        <a:ln>
          <a:noFill/>
        </a:ln>
        <a:effectLst/>
      </c:spPr>
    </c:plotArea>
    <c:plotVisOnly val="1"/>
    <c:dispBlanksAs val="span"/>
  </c:chart>
  <c:spPr>
    <a:solidFill>
      <a:srgbClr val="2D3748"/>
    </a:solidFill>
    <a:ln w="12700" cap="flat">
      <a:solidFill>
        <a:srgbClr val="2D3748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8A9E6E">
              <a:alpha val="32000"/>
            </a:srgbClr>
          </a:solidFill>
          <a:ln w="12700">
            <a:solidFill>
              <a:srgbClr val="8A9E6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651760"/>
            <a:ext cx="2560320" cy="2560320"/>
          </a:xfrm>
          <a:prstGeom prst="ellipse">
            <a:avLst/>
          </a:prstGeom>
          <a:solidFill>
            <a:srgbClr val="4A6741">
              <a:alpha val="38000"/>
            </a:srgbClr>
          </a:solidFill>
          <a:ln w="12700">
            <a:solidFill>
              <a:srgbClr val="4A674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508760"/>
            <a:ext cx="64008" cy="1463040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17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collaborative task 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4407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Razvan Berbecar  ·  SDI University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05840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152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refreshing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2359152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hit F5 to see if anything changed.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collaboration.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guessing.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82696" y="1005840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82696" y="1005840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152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47288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7288" y="2359152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open tasks, no clear priority.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spend more time deciding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than doing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62472" y="1005840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2472" y="1005840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15214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27064" y="1828800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27064" y="2359152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vanished. A deadline moved.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changed — but nobody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who did it or when.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 fixes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Refreshing. Ever.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teammate acts, everyone else sees it — instantly.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749040" cy="74980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72768"/>
            <a:ext cx="64008" cy="749808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created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75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572768"/>
            <a:ext cx="4114800" cy="749808"/>
          </a:xfrm>
          <a:prstGeom prst="rect">
            <a:avLst/>
          </a:prstGeom>
          <a:solidFill>
            <a:srgbClr val="8A9E6E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57276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in every teammate's task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3749040" cy="74980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32888"/>
            <a:ext cx="64008" cy="74980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changes to Done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935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532888"/>
            <a:ext cx="4114800" cy="749808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53288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boards update on every screen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493008"/>
            <a:ext cx="3749040" cy="74980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493008"/>
            <a:ext cx="64008" cy="74980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subtask is added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8953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493008"/>
            <a:ext cx="4114800" cy="749808"/>
          </a:xfrm>
          <a:prstGeom prst="rect">
            <a:avLst/>
          </a:prstGeom>
          <a:solidFill>
            <a:srgbClr val="2B6CB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493008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 panel refreshes in real 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Affects: List view · Kanban board · Calendar · Subtask panel · Live chat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Work Your 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2578608" cy="379476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987552"/>
            <a:ext cx="2578608" cy="512064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5" name="Text 3"/>
          <p:cNvSpPr/>
          <p:nvPr/>
        </p:nvSpPr>
        <p:spPr>
          <a:xfrm>
            <a:off x="630936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flow thinkers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/kanban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0936" y="184708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tasks between To Do, In Progress, and Done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 Done marks it complete everywhere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propagate live to all teammates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82696" y="987552"/>
            <a:ext cx="2578608" cy="379476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987552"/>
            <a:ext cx="2578608" cy="512064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deadline-driven minds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10712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67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/calendar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10712" y="184708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grid with color-coded task chips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day to see what's due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tasks surface automatically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987552"/>
            <a:ext cx="2578608" cy="379476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2472" y="987552"/>
            <a:ext cx="2578608" cy="512064"/>
          </a:xfrm>
          <a:prstGeom prst="rect">
            <a:avLst/>
          </a:prstGeom>
          <a:solidFill>
            <a:srgbClr val="5B4A8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1042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0488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control freaks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0488" y="1572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B4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0488" y="1847088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priority, or assignee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Bulk-complete or bulk-delete tasks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icon shows when a dependency is blocking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8280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stay in sync with each other — always.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Polices Itself.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is screened by AI before it reaches anyone else.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3931920" cy="64008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1389888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message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931920" cy="640080"/>
          </a:xfrm>
          <a:prstGeom prst="rect">
            <a:avLst/>
          </a:prstGeom>
          <a:solidFill>
            <a:srgbClr val="2B6CB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2194560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screens it for toxicity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3931920" cy="640080"/>
          </a:xfrm>
          <a:prstGeom prst="rect">
            <a:avLst/>
          </a:prstGeom>
          <a:solidFill>
            <a:srgbClr val="7B1D1D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" y="2999232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Toxic?  Message is blocked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363931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3931920" cy="64008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" y="3803904"/>
            <a:ext cx="3730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Clean?  Broadcast to the room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389888"/>
            <a:ext cx="3931920" cy="475488"/>
          </a:xfrm>
          <a:prstGeom prst="rect">
            <a:avLst/>
          </a:prstGeom>
          <a:solidFill>
            <a:srgbClr val="7B1D1D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3898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toxic message is caught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956816"/>
            <a:ext cx="3931920" cy="438912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956816"/>
            <a:ext cx="54864" cy="438912"/>
          </a:xfrm>
          <a:prstGeom prst="rect">
            <a:avLst/>
          </a:prstGeom>
          <a:solidFill>
            <a:srgbClr val="7B1D1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956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gets an immediate rejection notice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68880"/>
            <a:ext cx="3931920" cy="438912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468880"/>
            <a:ext cx="54864" cy="438912"/>
          </a:xfrm>
          <a:prstGeom prst="rect">
            <a:avLst/>
          </a:prstGeom>
          <a:solidFill>
            <a:srgbClr val="7B1D1D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468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never reaches any other user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980944"/>
            <a:ext cx="3931920" cy="438912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980944"/>
            <a:ext cx="54864" cy="438912"/>
          </a:xfrm>
          <a:prstGeom prst="rect">
            <a:avLst/>
          </a:prstGeom>
          <a:solidFill>
            <a:srgbClr val="7B1D1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9809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 automatically flagged for admin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493008"/>
            <a:ext cx="3931920" cy="438912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493008"/>
            <a:ext cx="54864" cy="438912"/>
          </a:xfrm>
          <a:prstGeom prst="rect">
            <a:avLst/>
          </a:prstGeom>
          <a:solidFill>
            <a:srgbClr val="7B1D1D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493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the flagged message in the dashboard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005072"/>
            <a:ext cx="3931920" cy="438912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4005072"/>
            <a:ext cx="54864" cy="438912"/>
          </a:xfrm>
          <a:prstGeom prst="rect">
            <a:avLst/>
          </a:prstGeom>
          <a:solidFill>
            <a:srgbClr val="7B1D1D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005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offenders can be locked out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GROQ · Falls back to allow if AI is unavailable — no false positives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to Actionable in Seconds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31920" cy="109728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05840"/>
            <a:ext cx="3931920" cy="73152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16736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user authentication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824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· Due in 3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3931920" cy="475488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✶  Suggest subtasks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66360" y="1005840"/>
            <a:ext cx="3566160" cy="411480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1005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1481328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66360" y="1481328"/>
            <a:ext cx="54864" cy="402336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JWT auth middleware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85048" y="148132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66360" y="1956816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1956816"/>
            <a:ext cx="54864" cy="402336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model and migration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85048" y="195681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66360" y="2432304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66360" y="2432304"/>
            <a:ext cx="54864" cy="402336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login and register endpoints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5048" y="243230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166360" y="2907792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66360" y="2907792"/>
            <a:ext cx="54864" cy="402336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refresh token rotation logic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85048" y="290779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166360" y="3383280"/>
            <a:ext cx="3566160" cy="402336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66360" y="3383280"/>
            <a:ext cx="54864" cy="402336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auth integration tests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85048" y="338328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44805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AI sees the task title, description, priority, and existing subtasks before suggesting.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People, The Right Access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sharing one login. Stop guessing who changed what.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1371600" cy="548640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533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0" y="135331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users, roles, everything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93392"/>
            <a:ext cx="1371600" cy="548640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933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9933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tasks, manage the team, track progress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63347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33472"/>
            <a:ext cx="1371600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334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6334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update tasks, collaborate actively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273552"/>
            <a:ext cx="1371600" cy="548640"/>
          </a:xfrm>
          <a:prstGeom prst="rect">
            <a:avLst/>
          </a:prstGeom>
          <a:solidFill>
            <a:srgbClr val="5B4A8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73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327355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 — reports and dashboards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913632"/>
            <a:ext cx="8138160" cy="548640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913632"/>
            <a:ext cx="1371600" cy="548640"/>
          </a:xfrm>
          <a:prstGeom prst="rect">
            <a:avLst/>
          </a:prstGeom>
          <a:solidFill>
            <a:srgbClr val="74421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136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11680" y="39136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tasks, manage subtasks, collaborate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logged. You always know who did what and when.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937760" y="1188720"/>
          <a:ext cx="3749040" cy="34930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Shape 0"/>
          <p:cNvSpPr/>
          <p:nvPr/>
        </p:nvSpPr>
        <p:spPr>
          <a:xfrm>
            <a:off x="6693408" y="987552"/>
            <a:ext cx="128016" cy="237744"/>
          </a:xfrm>
          <a:prstGeom prst="rect">
            <a:avLst/>
          </a:prstGeom>
          <a:solidFill>
            <a:srgbClr val="F6C90E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658368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Decide?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the Wheel.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17922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tasks. All feel urgent.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fate make the call.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65176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26517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all your active tasks onto the wheel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15468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3154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spin with smooth deceleration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65760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36576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card links directly to the task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160520"/>
            <a:ext cx="54864" cy="347472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41605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again until you're happy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45537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because decision fatigue is real.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real-time, AI-integrated — built from scratch.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53312"/>
            <a:ext cx="64008" cy="932688"/>
          </a:xfrm>
          <a:prstGeom prst="rect">
            <a:avLst/>
          </a:prstGeom>
          <a:solidFill>
            <a:srgbClr val="8A9E6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7512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React Router 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" y="1956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for Spin the Wheel animation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1353312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1353312"/>
            <a:ext cx="64008" cy="932688"/>
          </a:xfrm>
          <a:prstGeom prst="rect">
            <a:avLst/>
          </a:prstGeom>
          <a:solidFill>
            <a:srgbClr val="4A674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6276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 + Sequelize 6 + PostgreSQL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1956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with Sequelize ORM and migrations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395728"/>
            <a:ext cx="64008" cy="9326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" y="2670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 (ws library)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" y="2999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broadcastTaskEvent() pushes to all clients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44568" y="2395728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44568" y="2395728"/>
            <a:ext cx="64008" cy="932688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6700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09160" y="2999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 suggestions + chat toxicity screening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438144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438144"/>
            <a:ext cx="64008" cy="932688"/>
          </a:xfrm>
          <a:prstGeom prst="rect">
            <a:avLst/>
          </a:prstGeom>
          <a:solidFill>
            <a:srgbClr val="74421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" y="37124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— 15min access + 7day refresh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7512" y="4041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 · silent token refresh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44568" y="3438144"/>
            <a:ext cx="3931920" cy="932688"/>
          </a:xfrm>
          <a:prstGeom prst="rect">
            <a:avLst/>
          </a:prstGeom>
          <a:solidFill>
            <a:srgbClr val="3A4558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44568" y="3438144"/>
            <a:ext cx="64008" cy="932688"/>
          </a:xfrm>
          <a:prstGeom prst="rect">
            <a:avLst/>
          </a:prstGeom>
          <a:solidFill>
            <a:srgbClr val="1A6B8B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6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09160" y="37124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5 roles, 15 permissions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4041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Manager / Editor / Viewer / User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029200" cy="5029200"/>
          </a:xfrm>
          <a:prstGeom prst="ellipse">
            <a:avLst/>
          </a:prstGeom>
          <a:solidFill>
            <a:srgbClr val="8A9E6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2011680"/>
            <a:ext cx="3840480" cy="3840480"/>
          </a:xfrm>
          <a:prstGeom prst="ellipse">
            <a:avLst/>
          </a:prstGeom>
          <a:solidFill>
            <a:srgbClr val="4A6741">
              <a:alpha val="11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05840"/>
            <a:ext cx="9144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0" b="1" spc="1800" kern="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800" dirty="0"/>
          </a:p>
        </p:txBody>
      </p:sp>
      <p:sp>
        <p:nvSpPr>
          <p:cNvPr id="5" name="Text 3"/>
          <p:cNvSpPr/>
          <p:nvPr/>
        </p:nvSpPr>
        <p:spPr>
          <a:xfrm>
            <a:off x="0" y="43159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Planex</dc:title>
  <dc:subject>PptxGenJS Presentation</dc:subject>
  <dc:creator>Razvan Berbecar</dc:creator>
  <cp:lastModifiedBy>Razvan Berbecar</cp:lastModifiedBy>
  <cp:revision>1</cp:revision>
  <dcterms:created xsi:type="dcterms:W3CDTF">2026-06-13T09:49:09Z</dcterms:created>
  <dcterms:modified xsi:type="dcterms:W3CDTF">2026-06-13T09:49:09Z</dcterms:modified>
</cp:coreProperties>
</file>