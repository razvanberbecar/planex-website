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9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D6-47F3-8CAD-9B08D874F5E8}"/>
              </c:ext>
            </c:extLst>
          </c:dPt>
          <c:dPt>
            <c:idx val="1"/>
            <c:bubble3D val="0"/>
            <c:spPr>
              <a:solidFill>
                <a:srgbClr val="4A67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D6-47F3-8CAD-9B08D874F5E8}"/>
              </c:ext>
            </c:extLst>
          </c:dPt>
          <c:dPt>
            <c:idx val="2"/>
            <c:bubble3D val="0"/>
            <c:spPr>
              <a:solidFill>
                <a:srgbClr val="5B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D6-47F3-8CAD-9B08D874F5E8}"/>
              </c:ext>
            </c:extLst>
          </c:dPt>
          <c:dPt>
            <c:idx val="3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D6-47F3-8CAD-9B08D874F5E8}"/>
              </c:ext>
            </c:extLst>
          </c:dPt>
          <c:dPt>
            <c:idx val="4"/>
            <c:bubble3D val="0"/>
            <c:spPr>
              <a:solidFill>
                <a:srgbClr val="7442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D6-47F3-8CAD-9B08D874F5E8}"/>
              </c:ext>
            </c:extLst>
          </c:dPt>
          <c:dPt>
            <c:idx val="5"/>
            <c:bubble3D val="0"/>
            <c:spPr>
              <a:solidFill>
                <a:srgbClr val="1A6B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D6-47F3-8CAD-9B08D874F5E8}"/>
              </c:ext>
            </c:extLst>
          </c:dPt>
          <c:dPt>
            <c:idx val="6"/>
            <c:bubble3D val="0"/>
            <c:spPr>
              <a:solidFill>
                <a:srgbClr val="B755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FD6-47F3-8CAD-9B08D874F5E8}"/>
              </c:ext>
            </c:extLst>
          </c:dPt>
          <c:dPt>
            <c:idx val="7"/>
            <c:bubble3D val="0"/>
            <c:spPr>
              <a:solidFill>
                <a:srgbClr val="6B4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FD6-47F3-8CAD-9B08D874F5E8}"/>
              </c:ext>
            </c:extLst>
          </c:dPt>
          <c:cat>
            <c:strRef>
              <c:f>Sheet1!$A$2:$A$9</c:f>
              <c:strCache>
                <c:ptCount val="8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FD6-47F3-8CAD-9B08D874F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2D374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D3748"/>
    </a:solidFill>
    <a:ln w="12700" cap="flat">
      <a:solidFill>
        <a:srgbClr val="2D374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48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8A9E6E">
              <a:alpha val="32000"/>
            </a:srgbClr>
          </a:solidFill>
          <a:ln w="12700">
            <a:solidFill>
              <a:srgbClr val="8A9E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7132320" y="2651760"/>
            <a:ext cx="2560320" cy="2560320"/>
          </a:xfrm>
          <a:prstGeom prst="ellipse">
            <a:avLst/>
          </a:prstGeom>
          <a:solidFill>
            <a:srgbClr val="4A6741">
              <a:alpha val="38000"/>
            </a:srgbClr>
          </a:solidFill>
          <a:ln w="12700">
            <a:solidFill>
              <a:srgbClr val="4A67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64008" cy="146304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collaborative task manager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44074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Razvan Berbecar  ·  SDI University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67512" y="1152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67512" y="182880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refreshing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359152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hit F5 to see if anything changed.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collaboration.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guessing.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82696" y="1005840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3282696" y="1005840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447288" y="1152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47288" y="182880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7288" y="2359152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open tasks, no clear priority.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more time deciding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than doing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62472" y="1005840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6062472" y="1005840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6227064" y="1152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27064" y="182880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7064" y="2359152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vanished. A deadline moved.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changed — but nobody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who did it or when.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 fixes all three.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Refreshing. Ever.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teammate acts, everyone else sees it — instantly.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749040" cy="74980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64008" cy="749808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created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572768"/>
            <a:ext cx="4114800" cy="749808"/>
          </a:xfrm>
          <a:prstGeom prst="rect">
            <a:avLst/>
          </a:prstGeom>
          <a:solidFill>
            <a:srgbClr val="8A9E6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4754880" y="157276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in every teammate's task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3749040" cy="74980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502920" y="2532888"/>
            <a:ext cx="64008" cy="749808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6858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changes to Done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532888"/>
            <a:ext cx="4114800" cy="749808"/>
          </a:xfrm>
          <a:prstGeom prst="rect">
            <a:avLst/>
          </a:prstGeom>
          <a:solidFill>
            <a:srgbClr val="4A6741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4754880" y="253288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boards update on every screen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3749040" cy="74980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502920" y="3493008"/>
            <a:ext cx="64008" cy="74980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subtask is added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8953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493008"/>
            <a:ext cx="4114800" cy="749808"/>
          </a:xfrm>
          <a:prstGeom prst="rect">
            <a:avLst/>
          </a:prstGeom>
          <a:solidFill>
            <a:srgbClr val="2B6CB0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4754880" y="349300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 panel refreshes in real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Affects: List view · Kanban board · Calendar · Subtask panel · Live chat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Work Your 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2578608" cy="379476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2578608" cy="5120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30936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flow thinkers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/kanban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0936" y="184708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tasks between To Do, In Progress, and Done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Done marks it complete everywhere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propagate live to all teammates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82696" y="987552"/>
            <a:ext cx="2578608" cy="379476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Shape 8"/>
          <p:cNvSpPr/>
          <p:nvPr/>
        </p:nvSpPr>
        <p:spPr>
          <a:xfrm>
            <a:off x="3282696" y="987552"/>
            <a:ext cx="2578608" cy="512064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3410712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deadline-driven minds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/calendar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0712" y="184708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grid with color-coded task chips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day to see what's due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tasks surface automatically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987552"/>
            <a:ext cx="2578608" cy="379476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6062472" y="987552"/>
            <a:ext cx="2578608" cy="512064"/>
          </a:xfrm>
          <a:prstGeom prst="rect">
            <a:avLst/>
          </a:prstGeom>
          <a:solidFill>
            <a:srgbClr val="5B4A8C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6190488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control freaks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0488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0488" y="184708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priority, or assignee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Bulk-complete or bulk-delete tasks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icon shows when a dependency is blocking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8280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stay in sync with each other — always.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Ask. In Plain English.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dropdowns. No form fields. No guessing the right filter combination.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417320"/>
            <a:ext cx="6949440" cy="65836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1097280" y="1417320"/>
            <a:ext cx="64008" cy="65836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1261872" y="14173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 me overdue high priority tasks assigned to me"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2212848"/>
            <a:ext cx="0" cy="347472"/>
          </a:xfrm>
          <a:prstGeom prst="line">
            <a:avLst/>
          </a:prstGeom>
          <a:noFill/>
          <a:ln w="254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4069080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798064"/>
            <a:ext cx="6949440" cy="621792"/>
          </a:xfrm>
          <a:prstGeom prst="rect">
            <a:avLst/>
          </a:prstGeom>
          <a:solidFill>
            <a:srgbClr val="4A6741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1234440" y="2798064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 filters instantly. Results appear before you finish typing.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3547872"/>
            <a:ext cx="1600200" cy="310896"/>
          </a:xfrm>
          <a:prstGeom prst="rect">
            <a:avLst/>
          </a:prstGeom>
          <a:solidFill>
            <a:srgbClr val="3A45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1600200" y="35478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 tasks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3547872"/>
            <a:ext cx="1600200" cy="310896"/>
          </a:xfrm>
          <a:prstGeom prst="rect">
            <a:avLst/>
          </a:prstGeom>
          <a:solidFill>
            <a:srgbClr val="3A45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3337560" y="35478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 priority this week"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4920" y="3547872"/>
            <a:ext cx="1600200" cy="310896"/>
          </a:xfrm>
          <a:prstGeom prst="rect">
            <a:avLst/>
          </a:prstGeom>
          <a:solidFill>
            <a:srgbClr val="3A45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5074920" y="35478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blocked by dependencies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3547872"/>
            <a:ext cx="1600200" cy="310896"/>
          </a:xfrm>
          <a:prstGeom prst="rect">
            <a:avLst/>
          </a:prstGeom>
          <a:solidFill>
            <a:srgbClr val="3A45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6812280" y="35478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"assigned to Sarah, not done"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4622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GROQ · Falls back gracefully if AI is unavailable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to Actionable in Seconds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931920" cy="109728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931920" cy="73152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167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user authentication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824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· Due in 3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3931920" cy="475488"/>
          </a:xfrm>
          <a:prstGeom prst="rect">
            <a:avLst/>
          </a:prstGeom>
          <a:solidFill>
            <a:srgbClr val="4A6741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Suggest subtasks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66360" y="1005840"/>
            <a:ext cx="3566160" cy="411480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5166360" y="1005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1481328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5166360" y="1481328"/>
            <a:ext cx="54864" cy="402336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530352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JWT auth middleware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85048" y="148132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66360" y="1956816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8" name="Shape 16"/>
          <p:cNvSpPr/>
          <p:nvPr/>
        </p:nvSpPr>
        <p:spPr>
          <a:xfrm>
            <a:off x="5166360" y="1956816"/>
            <a:ext cx="54864" cy="402336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530352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model and migration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85048" y="195681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66360" y="2432304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2" name="Shape 20"/>
          <p:cNvSpPr/>
          <p:nvPr/>
        </p:nvSpPr>
        <p:spPr>
          <a:xfrm>
            <a:off x="5166360" y="2432304"/>
            <a:ext cx="54864" cy="402336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530352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login and register endpoints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5048" y="243230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66360" y="2907792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6" name="Shape 24"/>
          <p:cNvSpPr/>
          <p:nvPr/>
        </p:nvSpPr>
        <p:spPr>
          <a:xfrm>
            <a:off x="5166360" y="2907792"/>
            <a:ext cx="54864" cy="402336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530352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refresh token rotation logic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85048" y="290779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66360" y="3383280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0" name="Shape 28"/>
          <p:cNvSpPr/>
          <p:nvPr/>
        </p:nvSpPr>
        <p:spPr>
          <a:xfrm>
            <a:off x="5166360" y="3383280"/>
            <a:ext cx="54864" cy="402336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530352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auth integration tests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85048" y="338328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4480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AI sees the task title, description, priority, and existing subtasks before suggesting.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People, The Right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sharing one login. Stop guessing who changed what.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371600" cy="54864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3533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users, roles, everything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1371600" cy="548640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9933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tasks, manage the team, track progress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502920" y="2633472"/>
            <a:ext cx="1371600" cy="5486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6334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update tasks, collaborate actively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502920" y="3273552"/>
            <a:ext cx="1371600" cy="548640"/>
          </a:xfrm>
          <a:prstGeom prst="rect">
            <a:avLst/>
          </a:prstGeom>
          <a:solidFill>
            <a:srgbClr val="5B4A8C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27355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— reports and dashboards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1371600" cy="548640"/>
          </a:xfrm>
          <a:prstGeom prst="rect">
            <a:avLst/>
          </a:prstGeom>
          <a:solidFill>
            <a:srgbClr val="74421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2" name="Text 20"/>
          <p:cNvSpPr/>
          <p:nvPr/>
        </p:nvSpPr>
        <p:spPr>
          <a:xfrm>
            <a:off x="502920" y="39136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39136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tasks, manage subtasks, collaborate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logged. You always know who did what and when.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4937760" y="1188720"/>
          <a:ext cx="3749040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0"/>
          <p:cNvSpPr/>
          <p:nvPr/>
        </p:nvSpPr>
        <p:spPr>
          <a:xfrm>
            <a:off x="6693408" y="987552"/>
            <a:ext cx="128016" cy="237744"/>
          </a:xfrm>
          <a:prstGeom prst="rect">
            <a:avLst/>
          </a:prstGeom>
          <a:solidFill>
            <a:srgbClr val="F6C90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Decide?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the Wheel.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17922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tasks. All feel urgent.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fate make the call.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65176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658368" y="26517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all your active tasks onto the wheel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15468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658368" y="3154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spin with smooth deceleration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65760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658368" y="36576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card links directly to the task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16052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658368" y="4160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again until you're happy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because decision fatigue is real.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real-time, AI-integrated — built from scratch.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64008" cy="932688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667512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React Router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956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for Spin the Wheel animation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4568" y="1353312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Shape 8"/>
          <p:cNvSpPr/>
          <p:nvPr/>
        </p:nvSpPr>
        <p:spPr>
          <a:xfrm>
            <a:off x="4544568" y="1353312"/>
            <a:ext cx="64008" cy="932688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4709160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PostgreSQL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956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with Sequelize ORM and migrations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64008" cy="93268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667512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" y="2670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 (ws library)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2999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broadcastTaskEvent() pushes to all clients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44568" y="2395728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4544568" y="2395728"/>
            <a:ext cx="64008" cy="93268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470916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670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2999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filtering + subtask suggestion prompts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438144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5" name="Shape 23"/>
          <p:cNvSpPr/>
          <p:nvPr/>
        </p:nvSpPr>
        <p:spPr>
          <a:xfrm>
            <a:off x="502920" y="3438144"/>
            <a:ext cx="64008" cy="932688"/>
          </a:xfrm>
          <a:prstGeom prst="rect">
            <a:avLst/>
          </a:prstGeom>
          <a:solidFill>
            <a:srgbClr val="74421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6" name="Text 24"/>
          <p:cNvSpPr/>
          <p:nvPr/>
        </p:nvSpPr>
        <p:spPr>
          <a:xfrm>
            <a:off x="667512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" y="37124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15min access + 7day refresh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" y="4041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 · silent token refresh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3438144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0" name="Shape 28"/>
          <p:cNvSpPr/>
          <p:nvPr/>
        </p:nvSpPr>
        <p:spPr>
          <a:xfrm>
            <a:off x="4544568" y="3438144"/>
            <a:ext cx="64008" cy="932688"/>
          </a:xfrm>
          <a:prstGeom prst="rect">
            <a:avLst/>
          </a:prstGeom>
          <a:solidFill>
            <a:srgbClr val="1A6B8B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4709160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37124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5 roles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multiple permissions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4041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Manager / Editor / Viewer / User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029200" cy="5029200"/>
          </a:xfrm>
          <a:prstGeom prst="ellipse">
            <a:avLst/>
          </a:prstGeom>
          <a:solidFill>
            <a:srgbClr val="8A9E6E">
              <a:alpha val="9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840480" cy="3840480"/>
          </a:xfrm>
          <a:prstGeom prst="ellipse">
            <a:avLst/>
          </a:prstGeom>
          <a:solidFill>
            <a:srgbClr val="4A6741">
              <a:alpha val="11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0" y="1005840"/>
            <a:ext cx="9144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0" b="1" kern="0" spc="18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800" dirty="0"/>
          </a:p>
        </p:txBody>
      </p:sp>
      <p:sp>
        <p:nvSpPr>
          <p:cNvPr id="5" name="Text 3"/>
          <p:cNvSpPr/>
          <p:nvPr/>
        </p:nvSpPr>
        <p:spPr>
          <a:xfrm>
            <a:off x="0" y="43159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639</Words>
  <Application>Microsoft Office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Planex</dc:title>
  <dc:subject>PptxGenJS Presentation</dc:subject>
  <dc:creator>Razvan Berbecar</dc:creator>
  <cp:lastModifiedBy>RĂZVAN BERBECAR</cp:lastModifiedBy>
  <cp:revision>3</cp:revision>
  <dcterms:created xsi:type="dcterms:W3CDTF">2026-06-13T09:42:31Z</dcterms:created>
  <dcterms:modified xsi:type="dcterms:W3CDTF">2026-06-13T11:51:33Z</dcterms:modified>
</cp:coreProperties>
</file>